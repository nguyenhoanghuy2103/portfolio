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125" d="100"/>
          <a:sy n="125" d="100"/>
        </p:scale>
        <p:origin x="60" y="-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280842-B767-4237-A8BE-C2432A0C4DD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430D5-6BB2-451B-BDB5-8293B5A43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35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430D5-6BB2-451B-BDB5-8293B5A43D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956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9940C-7584-8180-6AD1-6A02B2A48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BDFE1-A120-8319-E49A-A8FC9BA66A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BD212-33B1-C180-FF82-79F08EBC6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B2A7F-83FE-B07A-56E2-6246C9B3C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2A3E0-E8E9-45EF-FE5A-70A392569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705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C951-92C0-CDF7-6829-5D5B33B2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58140-68B9-3FC5-DE62-FF3ABCE87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08DFF-51AC-9020-F7C4-C7586BE3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625E9-FDBE-DBF8-A57A-5BC1C304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A7150-C863-40E2-EA89-9BCC7A4CE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1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F98C0-900A-1A72-D983-5D9115C39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BFEE5B-C079-5BC7-2D64-4C54CDE0C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9F8AE-8B33-F249-B2D8-39C6F7AD1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545F2-373D-9408-2727-D4ABD2CA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16893-8740-F684-9E4D-B483698F1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32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DC513-E263-C647-84BC-68DAC6D8A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87BDC-F38C-AC1E-1F90-82CB5BA5F7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2A0DF-ECFC-E86B-2584-2495C7752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93E6D8-B975-8037-2C89-7AAC12AA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55815-95AB-94F8-4EA4-C8DCE587F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4E10B-F654-CD05-8AF7-5762D0FE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049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6020-EDA4-4BCA-3E4A-18411384D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B34D2-E5AC-B090-8500-67ADFECFF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EBC70-A18F-D6E4-6921-F0EC993947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1B56C1-6D5E-3700-BF12-8E2528474F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EE891A-C31B-327B-4826-154AE4678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1C5B50-862A-E272-5703-AA43E317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09A22B-3703-1E7C-3D87-EB6452A92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667AF0-01B0-696F-052A-5C66DFEE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9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F03A-EA75-0E35-D468-BF55435E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113AD7-5E90-679D-2275-0E727A1E3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FC42F0-6948-0F1C-3F52-947084E6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4B641-8920-1213-0BFD-0A35A19B0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39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8873C-9EC2-1C4D-0CA5-ABA89C049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0B623C-588B-B0D3-8591-DCE55AEB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AEF01-3AD0-C68F-4BAD-E0AF1D228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1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7EB91-43DB-361A-7465-43D17E932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D5C74-E88A-778D-861A-3EEC1536E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E039E-BD7E-7CE9-883E-75C1AB9E8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8582FA-4B05-C9B3-C20E-699512AE5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47DF2-CF5C-672A-004F-B17BBF5AC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69C343-24E2-151B-C833-6E056ECC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347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465D-E831-642C-28AE-61F1BA0C3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F65FB5-717B-4BBC-2E09-233B9F80B1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FBCFC-04B9-C4A1-1C86-BECB7A697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418A8-B778-9F92-6C0A-2C57DFE83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4C519-C002-3B91-F929-01174367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E8A97-E453-11F3-BCA2-F6DABD021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915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2CB0-EEF1-98EE-D51B-9CAD7521A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D2CB69-2860-AC56-4F40-4AB54E24A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BEB55-50A9-219C-2E7F-650205E58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068FF-9E4B-0C5F-2143-7A9F1CE2D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1C0E5F-5102-9785-64C3-23A61F8F6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72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5BAC3F-C706-A17D-E748-F02B449031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867E3-8F54-D52B-7DDC-0BA29BFBA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D1F5E-0D7B-FF51-04DB-84F6DF01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3F10E-30A4-4F72-6210-5962F327F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71EC7-586F-2CC2-44F4-5EBFA41F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034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27B0CE-FA74-1FFB-CF05-305A499E8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A7644-7E5A-1009-48A6-44326F278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54F7-3AE5-AE0B-BFB1-DFC8B50934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B0638B-DE40-494D-A1EB-2AA95C609F7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E6508-FA1F-30C3-8A3B-36549FB62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C12B8-9F65-D966-4CDD-164C1F3EB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655EDE-53C7-4B86-BA3A-A2DB0A4DE6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162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1CC26EC-8831-D795-BDDD-6054B109744A}"/>
              </a:ext>
            </a:extLst>
          </p:cNvPr>
          <p:cNvSpPr/>
          <p:nvPr/>
        </p:nvSpPr>
        <p:spPr>
          <a:xfrm rot="20509305">
            <a:off x="4277097" y="3179002"/>
            <a:ext cx="1828800" cy="451263"/>
          </a:xfrm>
          <a:custGeom>
            <a:avLst/>
            <a:gdLst>
              <a:gd name="connsiteX0" fmla="*/ 832919 w 1828800"/>
              <a:gd name="connsiteY0" fmla="*/ 0 h 451263"/>
              <a:gd name="connsiteX1" fmla="*/ 289619 w 1828800"/>
              <a:gd name="connsiteY1" fmla="*/ 451263 h 451263"/>
              <a:gd name="connsiteX2" fmla="*/ 0 w 1828800"/>
              <a:gd name="connsiteY2" fmla="*/ 451263 h 451263"/>
              <a:gd name="connsiteX3" fmla="*/ 0 w 1828800"/>
              <a:gd name="connsiteY3" fmla="*/ 0 h 451263"/>
              <a:gd name="connsiteX4" fmla="*/ 1828800 w 1828800"/>
              <a:gd name="connsiteY4" fmla="*/ 0 h 451263"/>
              <a:gd name="connsiteX5" fmla="*/ 1828800 w 1828800"/>
              <a:gd name="connsiteY5" fmla="*/ 451263 h 451263"/>
              <a:gd name="connsiteX6" fmla="*/ 995886 w 1828800"/>
              <a:gd name="connsiteY6" fmla="*/ 451263 h 451263"/>
              <a:gd name="connsiteX7" fmla="*/ 1539185 w 1828800"/>
              <a:gd name="connsiteY7" fmla="*/ 0 h 451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828800" h="451263">
                <a:moveTo>
                  <a:pt x="832919" y="0"/>
                </a:moveTo>
                <a:lnTo>
                  <a:pt x="289619" y="451263"/>
                </a:lnTo>
                <a:lnTo>
                  <a:pt x="0" y="451263"/>
                </a:lnTo>
                <a:lnTo>
                  <a:pt x="0" y="0"/>
                </a:lnTo>
                <a:close/>
                <a:moveTo>
                  <a:pt x="1828800" y="0"/>
                </a:moveTo>
                <a:lnTo>
                  <a:pt x="1828800" y="451263"/>
                </a:lnTo>
                <a:lnTo>
                  <a:pt x="995886" y="451263"/>
                </a:lnTo>
                <a:lnTo>
                  <a:pt x="1539185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3D966AA-DC52-B54E-D0D6-DAE2084FC47C}"/>
              </a:ext>
            </a:extLst>
          </p:cNvPr>
          <p:cNvSpPr/>
          <p:nvPr/>
        </p:nvSpPr>
        <p:spPr>
          <a:xfrm>
            <a:off x="3960420" y="1805049"/>
            <a:ext cx="451263" cy="3247902"/>
          </a:xfrm>
          <a:custGeom>
            <a:avLst/>
            <a:gdLst>
              <a:gd name="connsiteX0" fmla="*/ 451263 w 451263"/>
              <a:gd name="connsiteY0" fmla="*/ 1615806 h 3247902"/>
              <a:gd name="connsiteX1" fmla="*/ 451263 w 451263"/>
              <a:gd name="connsiteY1" fmla="*/ 3247902 h 3247902"/>
              <a:gd name="connsiteX2" fmla="*/ 0 w 451263"/>
              <a:gd name="connsiteY2" fmla="*/ 3247902 h 3247902"/>
              <a:gd name="connsiteX3" fmla="*/ 0 w 451263"/>
              <a:gd name="connsiteY3" fmla="*/ 1765813 h 3247902"/>
              <a:gd name="connsiteX4" fmla="*/ 0 w 451263"/>
              <a:gd name="connsiteY4" fmla="*/ 0 h 3247902"/>
              <a:gd name="connsiteX5" fmla="*/ 451263 w 451263"/>
              <a:gd name="connsiteY5" fmla="*/ 0 h 3247902"/>
              <a:gd name="connsiteX6" fmla="*/ 451263 w 451263"/>
              <a:gd name="connsiteY6" fmla="*/ 1140264 h 3247902"/>
              <a:gd name="connsiteX7" fmla="*/ 0 w 451263"/>
              <a:gd name="connsiteY7" fmla="*/ 1290271 h 3247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1263" h="3247902">
                <a:moveTo>
                  <a:pt x="451263" y="1615806"/>
                </a:moveTo>
                <a:lnTo>
                  <a:pt x="451263" y="3247902"/>
                </a:lnTo>
                <a:lnTo>
                  <a:pt x="0" y="3247902"/>
                </a:lnTo>
                <a:lnTo>
                  <a:pt x="0" y="1765813"/>
                </a:lnTo>
                <a:close/>
                <a:moveTo>
                  <a:pt x="0" y="0"/>
                </a:moveTo>
                <a:lnTo>
                  <a:pt x="451263" y="0"/>
                </a:lnTo>
                <a:lnTo>
                  <a:pt x="451263" y="1140264"/>
                </a:lnTo>
                <a:lnTo>
                  <a:pt x="0" y="129027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83E34E1-2D1A-EAB9-E7B5-1F3F81AFA791}"/>
              </a:ext>
            </a:extLst>
          </p:cNvPr>
          <p:cNvSpPr/>
          <p:nvPr/>
        </p:nvSpPr>
        <p:spPr>
          <a:xfrm>
            <a:off x="5971308" y="1805049"/>
            <a:ext cx="451263" cy="3247902"/>
          </a:xfrm>
          <a:custGeom>
            <a:avLst/>
            <a:gdLst>
              <a:gd name="connsiteX0" fmla="*/ 451263 w 451263"/>
              <a:gd name="connsiteY0" fmla="*/ 1912300 h 3247902"/>
              <a:gd name="connsiteX1" fmla="*/ 451263 w 451263"/>
              <a:gd name="connsiteY1" fmla="*/ 3247902 h 3247902"/>
              <a:gd name="connsiteX2" fmla="*/ 0 w 451263"/>
              <a:gd name="connsiteY2" fmla="*/ 3247902 h 3247902"/>
              <a:gd name="connsiteX3" fmla="*/ 0 w 451263"/>
              <a:gd name="connsiteY3" fmla="*/ 2062307 h 3247902"/>
              <a:gd name="connsiteX4" fmla="*/ 0 w 451263"/>
              <a:gd name="connsiteY4" fmla="*/ 0 h 3247902"/>
              <a:gd name="connsiteX5" fmla="*/ 451263 w 451263"/>
              <a:gd name="connsiteY5" fmla="*/ 0 h 3247902"/>
              <a:gd name="connsiteX6" fmla="*/ 451263 w 451263"/>
              <a:gd name="connsiteY6" fmla="*/ 1436758 h 3247902"/>
              <a:gd name="connsiteX7" fmla="*/ 0 w 451263"/>
              <a:gd name="connsiteY7" fmla="*/ 1586765 h 3247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1263" h="3247902">
                <a:moveTo>
                  <a:pt x="451263" y="1912300"/>
                </a:moveTo>
                <a:lnTo>
                  <a:pt x="451263" y="3247902"/>
                </a:lnTo>
                <a:lnTo>
                  <a:pt x="0" y="3247902"/>
                </a:lnTo>
                <a:lnTo>
                  <a:pt x="0" y="2062307"/>
                </a:lnTo>
                <a:close/>
                <a:moveTo>
                  <a:pt x="0" y="0"/>
                </a:moveTo>
                <a:lnTo>
                  <a:pt x="451263" y="0"/>
                </a:lnTo>
                <a:lnTo>
                  <a:pt x="451263" y="1436758"/>
                </a:lnTo>
                <a:lnTo>
                  <a:pt x="0" y="158676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1A0A233-3CF5-F2CF-2005-38A41ACFCAFE}"/>
              </a:ext>
            </a:extLst>
          </p:cNvPr>
          <p:cNvSpPr/>
          <p:nvPr/>
        </p:nvSpPr>
        <p:spPr>
          <a:xfrm>
            <a:off x="5116285" y="4644189"/>
            <a:ext cx="855023" cy="408762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7AC06DF9-C027-4894-46B9-1682A888673A}"/>
              </a:ext>
            </a:extLst>
          </p:cNvPr>
          <p:cNvSpPr/>
          <p:nvPr/>
        </p:nvSpPr>
        <p:spPr>
          <a:xfrm rot="10800000">
            <a:off x="4411682" y="1805049"/>
            <a:ext cx="855023" cy="408762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8C4AE2-D108-5D2D-A7B7-198FC42AC492}"/>
              </a:ext>
            </a:extLst>
          </p:cNvPr>
          <p:cNvGrpSpPr/>
          <p:nvPr/>
        </p:nvGrpSpPr>
        <p:grpSpPr>
          <a:xfrm>
            <a:off x="8353315" y="2929913"/>
            <a:ext cx="1306286" cy="1335602"/>
            <a:chOff x="6894285" y="3717349"/>
            <a:chExt cx="1306286" cy="1335602"/>
          </a:xfrm>
        </p:grpSpPr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C73109D3-0358-5AD4-F747-A431B47517A7}"/>
                </a:ext>
              </a:extLst>
            </p:cNvPr>
            <p:cNvSpPr/>
            <p:nvPr/>
          </p:nvSpPr>
          <p:spPr>
            <a:xfrm>
              <a:off x="6894285" y="4644189"/>
              <a:ext cx="855023" cy="408762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D813D60-FB58-56E5-5981-8CAA846BBDEF}"/>
                </a:ext>
              </a:extLst>
            </p:cNvPr>
            <p:cNvSpPr/>
            <p:nvPr/>
          </p:nvSpPr>
          <p:spPr>
            <a:xfrm>
              <a:off x="7749308" y="3717349"/>
              <a:ext cx="451263" cy="1335602"/>
            </a:xfrm>
            <a:custGeom>
              <a:avLst/>
              <a:gdLst>
                <a:gd name="connsiteX0" fmla="*/ 451263 w 451263"/>
                <a:gd name="connsiteY0" fmla="*/ 0 h 1335602"/>
                <a:gd name="connsiteX1" fmla="*/ 451263 w 451263"/>
                <a:gd name="connsiteY1" fmla="*/ 1335602 h 1335602"/>
                <a:gd name="connsiteX2" fmla="*/ 0 w 451263"/>
                <a:gd name="connsiteY2" fmla="*/ 1335602 h 1335602"/>
                <a:gd name="connsiteX3" fmla="*/ 0 w 451263"/>
                <a:gd name="connsiteY3" fmla="*/ 150007 h 133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263" h="1335602">
                  <a:moveTo>
                    <a:pt x="451263" y="0"/>
                  </a:moveTo>
                  <a:lnTo>
                    <a:pt x="451263" y="1335602"/>
                  </a:lnTo>
                  <a:lnTo>
                    <a:pt x="0" y="1335602"/>
                  </a:lnTo>
                  <a:lnTo>
                    <a:pt x="0" y="1500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F30685-286E-413E-6D1E-8108D8FD7F49}"/>
              </a:ext>
            </a:extLst>
          </p:cNvPr>
          <p:cNvGrpSpPr/>
          <p:nvPr/>
        </p:nvGrpSpPr>
        <p:grpSpPr>
          <a:xfrm rot="10800000">
            <a:off x="7197449" y="2521151"/>
            <a:ext cx="1306286" cy="1335602"/>
            <a:chOff x="6894285" y="3717349"/>
            <a:chExt cx="1306286" cy="1335602"/>
          </a:xfrm>
        </p:grpSpPr>
        <p:sp>
          <p:nvSpPr>
            <p:cNvPr id="27" name="Isosceles Triangle 26">
              <a:extLst>
                <a:ext uri="{FF2B5EF4-FFF2-40B4-BE49-F238E27FC236}">
                  <a16:creationId xmlns:a16="http://schemas.microsoft.com/office/drawing/2014/main" id="{4F1D2582-6EC9-F51C-93FF-7CD06A39B6C9}"/>
                </a:ext>
              </a:extLst>
            </p:cNvPr>
            <p:cNvSpPr/>
            <p:nvPr/>
          </p:nvSpPr>
          <p:spPr>
            <a:xfrm>
              <a:off x="6894285" y="4644189"/>
              <a:ext cx="855023" cy="408762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58305C5-AFEB-7617-2CC5-5937F93D65CB}"/>
                </a:ext>
              </a:extLst>
            </p:cNvPr>
            <p:cNvSpPr/>
            <p:nvPr/>
          </p:nvSpPr>
          <p:spPr>
            <a:xfrm>
              <a:off x="7749308" y="3717349"/>
              <a:ext cx="451263" cy="1335602"/>
            </a:xfrm>
            <a:custGeom>
              <a:avLst/>
              <a:gdLst>
                <a:gd name="connsiteX0" fmla="*/ 451263 w 451263"/>
                <a:gd name="connsiteY0" fmla="*/ 0 h 1335602"/>
                <a:gd name="connsiteX1" fmla="*/ 451263 w 451263"/>
                <a:gd name="connsiteY1" fmla="*/ 1335602 h 1335602"/>
                <a:gd name="connsiteX2" fmla="*/ 0 w 451263"/>
                <a:gd name="connsiteY2" fmla="*/ 1335602 h 1335602"/>
                <a:gd name="connsiteX3" fmla="*/ 0 w 451263"/>
                <a:gd name="connsiteY3" fmla="*/ 150007 h 133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263" h="1335602">
                  <a:moveTo>
                    <a:pt x="451263" y="0"/>
                  </a:moveTo>
                  <a:lnTo>
                    <a:pt x="451263" y="1335602"/>
                  </a:lnTo>
                  <a:lnTo>
                    <a:pt x="0" y="1335602"/>
                  </a:lnTo>
                  <a:lnTo>
                    <a:pt x="0" y="1500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6119D9C-80F2-D6E0-D149-009B3E8C030A}"/>
              </a:ext>
            </a:extLst>
          </p:cNvPr>
          <p:cNvGrpSpPr/>
          <p:nvPr/>
        </p:nvGrpSpPr>
        <p:grpSpPr>
          <a:xfrm rot="10800000">
            <a:off x="7197450" y="3188952"/>
            <a:ext cx="1306286" cy="1335602"/>
            <a:chOff x="6894285" y="3717349"/>
            <a:chExt cx="1306286" cy="1335602"/>
          </a:xfrm>
        </p:grpSpPr>
        <p:sp>
          <p:nvSpPr>
            <p:cNvPr id="30" name="Isosceles Triangle 29">
              <a:extLst>
                <a:ext uri="{FF2B5EF4-FFF2-40B4-BE49-F238E27FC236}">
                  <a16:creationId xmlns:a16="http://schemas.microsoft.com/office/drawing/2014/main" id="{FB6AB274-3060-DC88-B9A0-979819E06F5C}"/>
                </a:ext>
              </a:extLst>
            </p:cNvPr>
            <p:cNvSpPr/>
            <p:nvPr/>
          </p:nvSpPr>
          <p:spPr>
            <a:xfrm>
              <a:off x="6894285" y="4644189"/>
              <a:ext cx="855023" cy="408762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A2B00A4-9049-D252-AA99-A939DD072281}"/>
                </a:ext>
              </a:extLst>
            </p:cNvPr>
            <p:cNvSpPr/>
            <p:nvPr/>
          </p:nvSpPr>
          <p:spPr>
            <a:xfrm>
              <a:off x="7749308" y="3717349"/>
              <a:ext cx="451263" cy="1335602"/>
            </a:xfrm>
            <a:custGeom>
              <a:avLst/>
              <a:gdLst>
                <a:gd name="connsiteX0" fmla="*/ 451263 w 451263"/>
                <a:gd name="connsiteY0" fmla="*/ 0 h 1335602"/>
                <a:gd name="connsiteX1" fmla="*/ 451263 w 451263"/>
                <a:gd name="connsiteY1" fmla="*/ 1335602 h 1335602"/>
                <a:gd name="connsiteX2" fmla="*/ 0 w 451263"/>
                <a:gd name="connsiteY2" fmla="*/ 1335602 h 1335602"/>
                <a:gd name="connsiteX3" fmla="*/ 0 w 451263"/>
                <a:gd name="connsiteY3" fmla="*/ 150007 h 133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263" h="1335602">
                  <a:moveTo>
                    <a:pt x="451263" y="0"/>
                  </a:moveTo>
                  <a:lnTo>
                    <a:pt x="451263" y="1335602"/>
                  </a:lnTo>
                  <a:lnTo>
                    <a:pt x="0" y="1335602"/>
                  </a:lnTo>
                  <a:lnTo>
                    <a:pt x="0" y="1500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BF5C19E-8D90-A099-AF00-652017F15547}"/>
              </a:ext>
            </a:extLst>
          </p:cNvPr>
          <p:cNvGrpSpPr/>
          <p:nvPr/>
        </p:nvGrpSpPr>
        <p:grpSpPr>
          <a:xfrm>
            <a:off x="8353315" y="2262112"/>
            <a:ext cx="1306286" cy="1335602"/>
            <a:chOff x="6894285" y="3717349"/>
            <a:chExt cx="1306286" cy="1335602"/>
          </a:xfrm>
        </p:grpSpPr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86C71ED2-020C-F152-9284-47B3A5B25BEC}"/>
                </a:ext>
              </a:extLst>
            </p:cNvPr>
            <p:cNvSpPr/>
            <p:nvPr/>
          </p:nvSpPr>
          <p:spPr>
            <a:xfrm>
              <a:off x="6894285" y="4644189"/>
              <a:ext cx="855023" cy="408762"/>
            </a:xfrm>
            <a:prstGeom prst="triangle">
              <a:avLst>
                <a:gd name="adj" fmla="val 10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E136AC0-A584-2478-ABBB-DCC5972291C3}"/>
                </a:ext>
              </a:extLst>
            </p:cNvPr>
            <p:cNvSpPr/>
            <p:nvPr/>
          </p:nvSpPr>
          <p:spPr>
            <a:xfrm>
              <a:off x="7749308" y="3717349"/>
              <a:ext cx="451263" cy="1335602"/>
            </a:xfrm>
            <a:custGeom>
              <a:avLst/>
              <a:gdLst>
                <a:gd name="connsiteX0" fmla="*/ 451263 w 451263"/>
                <a:gd name="connsiteY0" fmla="*/ 0 h 1335602"/>
                <a:gd name="connsiteX1" fmla="*/ 451263 w 451263"/>
                <a:gd name="connsiteY1" fmla="*/ 1335602 h 1335602"/>
                <a:gd name="connsiteX2" fmla="*/ 0 w 451263"/>
                <a:gd name="connsiteY2" fmla="*/ 1335602 h 1335602"/>
                <a:gd name="connsiteX3" fmla="*/ 0 w 451263"/>
                <a:gd name="connsiteY3" fmla="*/ 150007 h 1335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263" h="1335602">
                  <a:moveTo>
                    <a:pt x="451263" y="0"/>
                  </a:moveTo>
                  <a:lnTo>
                    <a:pt x="451263" y="1335602"/>
                  </a:lnTo>
                  <a:lnTo>
                    <a:pt x="0" y="1335602"/>
                  </a:lnTo>
                  <a:lnTo>
                    <a:pt x="0" y="150007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99358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Hoàng</dc:creator>
  <cp:lastModifiedBy>Huy Hoàng</cp:lastModifiedBy>
  <cp:revision>1</cp:revision>
  <dcterms:created xsi:type="dcterms:W3CDTF">2026-08-12T09:52:24Z</dcterms:created>
  <dcterms:modified xsi:type="dcterms:W3CDTF">2026-08-12T09:52:48Z</dcterms:modified>
</cp:coreProperties>
</file>